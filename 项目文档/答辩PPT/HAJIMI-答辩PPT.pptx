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8FAFC"/>
                </a:solidFill>
                <a:latin typeface="Microsoft YaHei"/>
              </a:rPr>
              <a:t>HAJIMI 自动操作助手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204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06B6D4"/>
                </a:solidFill>
                <a:latin typeface="Microsoft YaHei"/>
              </a:rPr>
              <a:t>看得懂屏幕 · 听得懂指令 · 帮你动手做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4748B"/>
                </a:solidFill>
                <a:latin typeface="Microsoft YaHei"/>
              </a:rPr>
              <a:t>屏幕感知  →  意图理解  →  安全执行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Microsoft YaHei"/>
              </a:rPr>
              <a:t>32 组  ·  潘振喆 / 杨名 / 涂浚稷  ·  2026.07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457200"/>
            <a:ext cx="3200400" cy="1645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64748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64748B"/>
                </a:solidFill>
                <a:latin typeface="Microsoft YaHei"/>
              </a:rPr>
              <a:t>📷 IMG-P01 项目代表图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Microsoft YaHei"/>
              </a:rPr>
              <a:t>WHY · 为什么做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Microsoft YaHei"/>
              </a:rPr>
              <a:t>项目背景与痛点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27432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2_pain_vs_haji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4624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64748B"/>
                </a:solidFill>
                <a:latin typeface="Microsoft YaHei"/>
              </a:rPr>
              <a:t>面向新手 / 老年 / 视障用户：把「查教程—切窗口—反复试」压缩成「说一句话」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Microsoft YaHei"/>
              </a:rPr>
              <a:t>02/13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Microsoft YaHei"/>
              </a:rPr>
              <a:t>WHAT · 做什么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Microsoft YaHei"/>
              </a:rPr>
              <a:t>系统定位与核心能力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27432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3_capability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44556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Microsoft YaHei"/>
              </a:rPr>
              <a:t>03/13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Microsoft YaHei"/>
              </a:rPr>
              <a:t>HOW · 技术实现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Microsoft YaHei"/>
              </a:rPr>
              <a:t>技术架构 · 四层逻辑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27432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417320"/>
            <a:ext cx="9052560" cy="5163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Microsoft YaHei"/>
              </a:rPr>
              <a:t>04/13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Microsoft YaHei"/>
              </a:rPr>
              <a:t>HOW · 业务链路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Microsoft YaHei"/>
              </a:rPr>
              <a:t>核心业务流程 · 时序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27432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5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417320"/>
            <a:ext cx="9052560" cy="5163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Microsoft YaHei"/>
              </a:rPr>
              <a:t>05/13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Microsoft YaHei"/>
              </a:rPr>
              <a:t>成果 · FastAPI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Microsoft YaHei"/>
              </a:rPr>
              <a:t>A 端 · 后端服务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27432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6_end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417320"/>
            <a:ext cx="8686800" cy="48215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Microsoft YaHei"/>
              </a:rPr>
              <a:t>06/13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Microsoft YaHei"/>
              </a:rPr>
              <a:t>成果 · PyQt5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Microsoft YaHei"/>
              </a:rPr>
              <a:t>B 端 · 桌面客户端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27432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无边框悬浮面板 480×520 + 紧凑条 320×52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三区：输入栏 / 步骤卡片 / 截图+日志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步骤 6 态：待执行/执行中/完成/失败/拦截/跳过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透明覆盖层：红色箭头 + 高亮框 + 编号标签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多主题 · 系统托盘 · 拖拽 · 置顶 · Resize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554480"/>
            <a:ext cx="5486400" cy="46634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64748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64748B"/>
                </a:solidFill>
                <a:latin typeface="Microsoft YaHei"/>
              </a:rPr>
              <a:t>📷 IMG-P07 悬浮面板 + 全屏覆盖层截图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Microsoft YaHei"/>
              </a:rPr>
              <a:t>07/13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Microsoft YaHei"/>
              </a:rPr>
              <a:t>★ 本期亮点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Microsoft YaHei"/>
              </a:rPr>
              <a:t>B 端 · V2.2 自动执行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27432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V1 只「指路」→ V2.2 直接代为操作 (pyautogui)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每步卡片显示 action 类型 + 风险评分圆点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L2 快路径 &lt;3s · L3 慢路径 LLM 规划 5–10s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蓝图状态机：生成→执行→完成/挂起/回退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风险 ≥4 自动挂起，等待用户确认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554480"/>
            <a:ext cx="5486400" cy="46634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64748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64748B"/>
                </a:solidFill>
                <a:latin typeface="Microsoft YaHei"/>
              </a:rPr>
              <a:t>📷 IMG-P08 执行状态卡片 + 风险评分 + 执行日志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Microsoft YaHei"/>
              </a:rPr>
              <a:t>08/13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Microsoft YaHei"/>
              </a:rPr>
              <a:t>成果 · Vue3 + ECharts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Microsoft YaHei"/>
              </a:rPr>
              <a:t>C 端 · Web 管理面板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27432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Vue3 + Vite + Element Plus + ECharts + Pinia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6 页：登录/总览/失败归因/数据流/配置/健康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总览：5 KPI + 反馈饼图 + L2/L3 + 24h 趋势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失败归因下钻单任务 + LLM 快照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700">
                <a:solidFill>
                  <a:srgbClr val="F8FAFC"/>
                </a:solidFill>
                <a:latin typeface="Microsoft YaHei"/>
              </a:rPr>
              <a:t>配置热部署 · 健康告警 · CSV 导出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554480"/>
            <a:ext cx="5486400" cy="46634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64748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64748B"/>
                </a:solidFill>
                <a:latin typeface="Microsoft YaHei"/>
              </a:rPr>
              <a:t>📷 IMG-P09 总览 / 失败归因 / 数据流 三页拼图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Microsoft YaHei"/>
              </a:rPr>
              <a:t>09/13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Microsoft YaHei"/>
              </a:rPr>
              <a:t>成果 · 全链路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Microsoft YaHei"/>
              </a:rPr>
              <a:t>端到端数据连通性验证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27432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852160" cy="45720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64748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64748B"/>
                </a:solidFill>
                <a:latin typeface="Microsoft YaHei"/>
              </a:rPr>
              <a:t>📷 IMG-P10 connectivity 终端输出 (全 PASS)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3736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600">
                <a:solidFill>
                  <a:srgbClr val="F8FAFC"/>
                </a:solidFill>
                <a:latin typeface="Microsoft YaHei"/>
              </a:rPr>
              <a:t>审计回路：C→POST→A→DB→GET→C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600">
                <a:solidFill>
                  <a:srgbClr val="F8FAFC"/>
                </a:solidFill>
                <a:latin typeface="Microsoft YaHei"/>
              </a:rPr>
              <a:t>配置回路：C→deploy→A→DB→pull→C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600">
                <a:solidFill>
                  <a:srgbClr val="F8FAFC"/>
                </a:solidFill>
                <a:latin typeface="Microsoft YaHei"/>
              </a:rPr>
              <a:t>B-C 链路：9 信号契约仿真联调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600">
                <a:solidFill>
                  <a:srgbClr val="F8FAFC"/>
                </a:solidFill>
                <a:latin typeface="Microsoft YaHei"/>
              </a:rPr>
              <a:t>鉴权：无 Key→401 · JWT 正常签发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06B6D4"/>
                </a:solidFill>
                <a:latin typeface="Microsoft YaHei"/>
              </a:rPr>
              <a:t>▪ </a:t>
            </a:r>
            <a:r>
              <a:rPr sz="1600">
                <a:solidFill>
                  <a:srgbClr val="F8FAFC"/>
                </a:solidFill>
                <a:latin typeface="Microsoft YaHei"/>
              </a:rPr>
              <a:t>脚本化：一键复验 real_api_test.py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Microsoft YaHei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Microsoft YaHei"/>
              </a:rPr>
              <a:t>成果 · 237 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Microsoft YaHei"/>
              </a:rPr>
              <a:t>测试与质量保障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27432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11_tes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463040"/>
            <a:ext cx="9052560" cy="5376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Microsoft YaHei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Microsoft YaHei"/>
              </a:rP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Microsoft YaHei"/>
              </a:rPr>
              <a:t>项目总结与展望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27432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1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43868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Microsoft YaHei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F8FAFC"/>
                </a:solidFill>
                <a:latin typeface="Microsoft YaHei"/>
              </a:rPr>
              <a:t>谢谢！欢迎提问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6B6D4"/>
                </a:solidFill>
                <a:latin typeface="Microsoft YaHei"/>
              </a:rPr>
              <a:t>团队分工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F8FAFC"/>
                </a:solidFill>
                <a:latin typeface="Microsoft YaHei"/>
              </a:rPr>
              <a:t>潘振喆（20230383）— A 端 后端 / AI 规划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F8FAFC"/>
                </a:solidFill>
                <a:latin typeface="Microsoft YaHei"/>
              </a:rPr>
              <a:t>杨名（20230645）— B 端 前端 / 桌面客户端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F8FAFC"/>
                </a:solidFill>
                <a:latin typeface="Microsoft YaHei"/>
              </a:rPr>
              <a:t>涂浚稷（20230353）— C 端 集成 / 语音 / 管理面板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