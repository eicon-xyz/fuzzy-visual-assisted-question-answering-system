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8FAFC"/>
                </a:solidFill>
                <a:latin typeface="微软雅黑" panose="020B0503020204020204" charset="-122"/>
              </a:rPr>
              <a:t>HAJIMI 自动操作助手</a:t>
            </a:r>
            <a:endParaRPr sz="5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  <a:latin typeface="微软雅黑" panose="020B0503020204020204" charset="-122"/>
              </a:rPr>
              <a:t>看得懂屏幕 · 听得懂指令 · 帮你动手做</a:t>
            </a:r>
            <a:endParaRPr sz="2200" b="0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微软雅黑" panose="020B0503020204020204" charset="-122"/>
              </a:rPr>
              <a:t>屏幕感知  →  意图理解  →  安全执行</a:t>
            </a:r>
            <a:endParaRPr sz="16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微软雅黑" panose="020B0503020204020204" charset="-122"/>
              </a:rPr>
              <a:t>32 组  ·  潘振喆 / 杨名 / 涂浚稷  ·  2026.07</a:t>
            </a:r>
            <a:endParaRPr sz="1500" b="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80560" y="457200"/>
            <a:ext cx="3200400" cy="1645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64748B"/>
                </a:solidFill>
                <a:latin typeface="微软雅黑" panose="020B0503020204020204" charset="-122"/>
              </a:rPr>
              <a:t>📷 IMG-P01 项目代表图</a:t>
            </a:r>
            <a:endParaRPr sz="15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WHY · 为什么做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项目背景与痛点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2_pain_vs_hajim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01200" cy="4624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微软雅黑" panose="020B0503020204020204" charset="-122"/>
              </a:rPr>
              <a:t>面向新手 / 老年 / 视障用户：把「查教程—切窗口—反复试」压缩成「说一句话」</a:t>
            </a:r>
            <a:endParaRPr sz="15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02/13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WHAT · 做什么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系统定位与核心能力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3_capability_ch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01200" cy="4455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03/13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HOW · 技术实现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技术架构 · 四层逻辑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4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17320"/>
            <a:ext cx="9052560" cy="51630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04/13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HOW · 业务链路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核心业务流程 · 时序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5_sequ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17320"/>
            <a:ext cx="9052560" cy="51630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05/13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成果 · FastAPI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A 端 · 后端服务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6_endpoi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8686800" cy="4821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06/13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成果 · PyQt5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B 端 · 桌面客户端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无边框悬浮面板 480×520 + 紧凑条 320×52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三区：输入栏 / 步骤卡片 / 截图+日志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步骤 6 态：待执行/执行中/完成/失败/拦截/跳过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透明覆盖层：红色箭头 + 高亮框 + 编号标签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多主题 · 系统托盘 · 拖拽 · 置顶 · Resize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486400" cy="4663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64748B"/>
                </a:solidFill>
                <a:latin typeface="微软雅黑" panose="020B0503020204020204" charset="-122"/>
              </a:rPr>
              <a:t>📷 IMG-P07 悬浮面板 + 全屏覆盖层截图</a:t>
            </a:r>
            <a:endParaRPr sz="15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07/13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★ 本期亮点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B 端 · V2.2 自动执行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V1 只「指路」→ V2.2 直接代为操作 (pyautogui)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每步卡片显示 action 类型 + 风险评分圆点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L2 快路径 &lt;3s · L3 慢路径 LLM 规划 5–10s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蓝图状态机：生成→执行→完成/挂起/回退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风险 ≥4 自动挂起，等待用户确认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486400" cy="4663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64748B"/>
                </a:solidFill>
                <a:latin typeface="微软雅黑" panose="020B0503020204020204" charset="-122"/>
              </a:rPr>
              <a:t>📷 IMG-P08 执行状态卡片 + 风险评分 + 执行日志</a:t>
            </a:r>
            <a:endParaRPr sz="15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08/13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成果 · Vue3 + ECharts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C 端 · Web 管理面板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Vue3 + Vite + Element Plus + ECharts + Pinia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6 页：登录/总览/失败归因/数据流/配置/健康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总览：5 KPI + 反馈饼图 + L2/L3 + 24h 趋势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失败归因下钻单任务 + LLM 快照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</a:rPr>
              <a:t>配置热部署 · 健康告警 · CSV 导出</a:t>
            </a:r>
            <a:endParaRPr sz="170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486400" cy="4663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64748B"/>
                </a:solidFill>
                <a:latin typeface="微软雅黑" panose="020B0503020204020204" charset="-122"/>
              </a:rPr>
              <a:t>📷 IMG-P09 总览 / 失败归因 / 数据流 三页拼图</a:t>
            </a:r>
            <a:endParaRPr sz="15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09/13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成果 · 全链路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端到端数据连通性验证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852160" cy="45720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64748B"/>
                </a:solidFill>
                <a:latin typeface="微软雅黑" panose="020B0503020204020204" charset="-122"/>
              </a:rPr>
              <a:t>📷 IMG-P10 connectivity 终端输出 (全 PASS)</a:t>
            </a:r>
            <a:endParaRPr sz="15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F8FAFC"/>
                </a:solidFill>
                <a:latin typeface="微软雅黑" panose="020B0503020204020204" charset="-122"/>
              </a:rPr>
              <a:t>审计回路：C→POST→A→DB→GET→C</a:t>
            </a:r>
            <a:endParaRPr sz="16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F8FAFC"/>
                </a:solidFill>
                <a:latin typeface="微软雅黑" panose="020B0503020204020204" charset="-122"/>
              </a:rPr>
              <a:t>配置回路：C→deploy→A→DB→pull→C</a:t>
            </a:r>
            <a:endParaRPr sz="16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F8FAFC"/>
                </a:solidFill>
                <a:latin typeface="微软雅黑" panose="020B0503020204020204" charset="-122"/>
              </a:rPr>
              <a:t>B-C 链路：9 信号契约仿真联调</a:t>
            </a:r>
            <a:endParaRPr sz="16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F8FAFC"/>
                </a:solidFill>
                <a:latin typeface="微软雅黑" panose="020B0503020204020204" charset="-122"/>
              </a:rPr>
              <a:t>鉴权：无 Key→401 · JWT 正常签发</a:t>
            </a:r>
            <a:endParaRPr sz="1600">
              <a:solidFill>
                <a:srgbClr val="F8FAFC"/>
              </a:solidFill>
              <a:latin typeface="微软雅黑" panose="020B0503020204020204" charset="-122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6B6D4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F8FAFC"/>
                </a:solidFill>
                <a:latin typeface="微软雅黑" panose="020B0503020204020204" charset="-122"/>
              </a:rPr>
              <a:t>脚本化：一键复验 real_api_test.py</a:t>
            </a:r>
            <a:endParaRPr sz="160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10/13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成果 · 237 项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测试与质量保障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1_test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63040"/>
            <a:ext cx="9052560" cy="5376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11/13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总结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微软雅黑" panose="020B0503020204020204" charset="-122"/>
              </a:rPr>
              <a:t>项目总结与展望</a:t>
            </a:r>
            <a:endParaRPr sz="30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2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01200" cy="4386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微软雅黑" panose="020B0503020204020204" charset="-122"/>
              </a:rPr>
              <a:t>12/13</a:t>
            </a:r>
            <a:endParaRPr sz="11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8FAFC"/>
                </a:solidFill>
                <a:latin typeface="微软雅黑" panose="020B0503020204020204" charset="-122"/>
              </a:rPr>
              <a:t>谢谢！欢迎提问</a:t>
            </a:r>
            <a:endParaRPr sz="4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团队分工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029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微软雅黑" panose="020B0503020204020204" charset="-122"/>
              </a:rPr>
              <a:t>潘振喆（20230383）— 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  <a:sym typeface="+mn-ea"/>
              </a:rPr>
              <a:t> B 端 前端 / 桌面客户端</a:t>
            </a:r>
            <a:r>
              <a:rPr lang="en-US" sz="1700">
                <a:solidFill>
                  <a:srgbClr val="F8FAFC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1700">
                <a:solidFill>
                  <a:srgbClr val="F8FAFC"/>
                </a:solidFill>
                <a:latin typeface="微软雅黑" panose="020B0503020204020204" charset="-122"/>
                <a:sym typeface="+mn-ea"/>
              </a:rPr>
              <a:t>模块适配</a:t>
            </a:r>
            <a:endParaRPr sz="1700" b="0">
              <a:solidFill>
                <a:srgbClr val="F8FAFC"/>
              </a:solidFill>
              <a:latin typeface="微软雅黑" panose="020B0503020204020204" charset="-122"/>
            </a:endParaRP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微软雅黑" panose="020B0503020204020204" charset="-122"/>
              </a:rPr>
              <a:t>杨名（20230645）—</a:t>
            </a:r>
            <a:r>
              <a:rPr sz="1700">
                <a:solidFill>
                  <a:srgbClr val="F8FAFC"/>
                </a:solidFill>
                <a:latin typeface="微软雅黑" panose="020B0503020204020204" charset="-122"/>
                <a:sym typeface="+mn-ea"/>
              </a:rPr>
              <a:t>A 端 后端 / AI 规划</a:t>
            </a:r>
            <a:endParaRPr sz="1700">
              <a:solidFill>
                <a:srgbClr val="F8FAFC"/>
              </a:solidFill>
              <a:latin typeface="微软雅黑" panose="020B0503020204020204" charset="-122"/>
              <a:sym typeface="+mn-ea"/>
            </a:endParaRP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微软雅黑" panose="020B0503020204020204" charset="-122"/>
              </a:rPr>
              <a:t>涂浚稷（20230353）— C 端 集成 / 语音 / 管理面板</a:t>
            </a:r>
            <a:endParaRPr sz="1700" b="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WPS 演示</Application>
  <PresentationFormat>On-screen Show (4:3)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对阵他的心茫</cp:lastModifiedBy>
  <cp:revision>2</cp:revision>
  <dcterms:created xsi:type="dcterms:W3CDTF">2013-01-27T09:14:00Z</dcterms:created>
  <dcterms:modified xsi:type="dcterms:W3CDTF">2026-07-09T01:09:53Z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90062C23AF7B494184FAC74B8D75631D_12</vt:lpwstr>
  </property>
  <property fmtid="{D5CDD505-2E9C-101B-9397-08002B2CF9AE}" pid="3" name="KSOProductBuildVer">
    <vt:lpwstr>2052-12.1.0.26884</vt:lpwstr>
  </property>
</Properties>
</file>